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CNC 예지보전 시스템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1A1AA"/>
                </a:solidFill>
              </a:rPr>
              <a:t>스마트팩토리 졸업 프로젝트 데모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2026. 05.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B82F6"/>
                </a:solidFill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데이터셋 설명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</a:rPr>
              <a:t>어떤 데이터를 수집하고, 어떤 고장을 탐지하는가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01 — 데이터셋 설명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CNC 공작기계 PLC 데이터셋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스마트팩토리 환경에서 수집된 실제 공작기계 센서 데이터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PHM 공개 데이터셋 기반 CNC 머신 센서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59개 PLC 피처 (수치형 11 / 알람 18 / 바이너리 30)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수집 주기: 1초 (1 Hz)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3가지 서브시스템: 유압 / 냉각수 / 프로브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691640"/>
            <a:ext cx="42062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69164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801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유압 (Hydraulics)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2167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유압 펌프 압력, 밸브 상태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651760"/>
            <a:ext cx="42062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65176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7614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냉각수 (Coolant)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3127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냉각수 레벨, 필터 상태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611880"/>
            <a:ext cx="42062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3611880"/>
            <a:ext cx="54864" cy="8686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7216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프로브 (Probe)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4087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가공 위치, 속도 센서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01 — 데이터셋 설명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탐지 대상 및 수행 방식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이상 감지 → 고장 분류 → 근본 원인 분석 3단계 파이프라인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260604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783080"/>
            <a:ext cx="260604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이상 탐지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LSTM reconstruction error가 임계값 초과 시 이상으로 판정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783080"/>
            <a:ext cx="260604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783080"/>
            <a:ext cx="2606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20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고장 분류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27889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XGBoost가 유압 / 냉각수 / 프로브 중 어느 서브시스템 고장인지 분류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1783080"/>
            <a:ext cx="260604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1783080"/>
            <a:ext cx="260604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920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근본 원인 분석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35040" y="27889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SHAP이 고장에 기여한 상위 변수를 도출하여 Grafana에 시각화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예지보전(Predictive Maintenance): 고장 발생 전 원인을 파악해 다운타임을 최소화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01 — 데이터셋 설명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고장 인과 구조 (Fault Tree)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CNC 머신 고장의 계층적 인과관계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828800"/>
            <a:ext cx="22860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CNC 머신 이상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43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유압 이상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3154680"/>
            <a:ext cx="0" cy="-41148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27432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743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냉각수 이상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3154680"/>
            <a:ext cx="0" cy="-41148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7432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743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프로브 이상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3154680"/>
            <a:ext cx="0" cy="-41148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2286000"/>
            <a:ext cx="224028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2286000"/>
            <a:ext cx="0" cy="-45720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474720"/>
            <a:ext cx="868680" cy="36576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747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압력 저하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73252" y="3474720"/>
            <a:ext cx="0" cy="-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74720"/>
            <a:ext cx="868680" cy="36576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81328" y="34747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밸브 고착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15668" y="3474720"/>
            <a:ext cx="0" cy="-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27632" y="3474720"/>
            <a:ext cx="868680" cy="36576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27632" y="34747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레벨 부족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61972" y="3474720"/>
            <a:ext cx="0" cy="-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70048" y="3474720"/>
            <a:ext cx="868680" cy="36576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0048" y="34747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필터 막힘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04388" y="3474720"/>
            <a:ext cx="0" cy="-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88920" y="3474720"/>
            <a:ext cx="868680" cy="36576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8920" y="34747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위치 오차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23260" y="3474720"/>
            <a:ext cx="0" cy="-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49040" y="3474720"/>
            <a:ext cx="868680" cy="36576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34747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속도 이상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83380" y="3474720"/>
            <a:ext cx="0" cy="-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3252" y="3154680"/>
            <a:ext cx="1042416" cy="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3154680"/>
            <a:ext cx="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61972" y="3154680"/>
            <a:ext cx="1042416" cy="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03120" y="3154680"/>
            <a:ext cx="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23260" y="3154680"/>
            <a:ext cx="960120" cy="0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46120" y="3154680"/>
            <a:ext cx="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1691640"/>
            <a:ext cx="4206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각 서브시스템은 독립적인 고장 모드를 가짐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하위 원인 변수들이 상위 고장으로 전파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SHAP은 이 인과관계를 역추적하여 실제 근본 원인 도출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Expert Graph와 결합 시 더 정확한 역추적 가능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B82F6"/>
                </a:solidFill>
              </a:rPr>
              <a:t>02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모델 설명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</a:rPr>
              <a:t>LSTM, XGBoost, SHAP 각각의 역할과 학습 방식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02 — AI 모델 설명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모델별 학습 데이터와 출력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각 AI 모델은 서로 다른 데이터와 목적으로 학습됨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51460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83080"/>
            <a:ext cx="25146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830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LSTM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240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입력: 정상 데이터만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743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학습: Autoencoder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3246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출력: Reconstruction Error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783080"/>
            <a:ext cx="251460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783080"/>
            <a:ext cx="25146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7830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XGBoost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240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입력: 라벨링된 고장 데이터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743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학습: 다중 분류 (4클래스)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3246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출력: normal / hydraulics / coolant / probe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251460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783080"/>
            <a:ext cx="2514600" cy="3200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7830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44768" y="2240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입력: XGBoost 모델 + 피처 벡터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4768" y="2743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학습 불필요 (TreeExplainer)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44768" y="3246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출력: 기여 변수 Top-K SHAP values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3063240"/>
            <a:ext cx="228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3063240"/>
            <a:ext cx="228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02 — AI 모델 설명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각 AI 모델의 역할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탐지 → 분류 → 설명의 역할 분담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65176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이상인가?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Reconstruction Error가 임계값 초과 시 이상으로 판정. 정상 패턴에서 벗어난 정도를 수치화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737360"/>
            <a:ext cx="265176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어디가 고장?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XGBoost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6060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유압 / 냉각수 / 프로브 중 어느 서브시스템 고장인지 59개 피처로 분류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737360"/>
            <a:ext cx="265176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왜 고장났나?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2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SHAP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260604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각 피처가 예측에 기여한 정도(SHAP value)를 계산하여 주요 원인 변수 도출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SHAP은 모델이 아닌 설명 도구 — XGBoost 예측 결과를 사후 해석(post-hoc explanation)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02 — AI 모델 설명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로컬 → 클라우드 추론 파이프라인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Edge에서 1차 추론 후 클라우드에서 심층 분석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PLC 센서 데이터 수집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2240280"/>
            <a:ext cx="0" cy="1371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42316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23160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23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LSTM 이상 탐지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0280" y="2880360"/>
            <a:ext cx="0" cy="1371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1752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017520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XGBoost 고장 분류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3474720"/>
            <a:ext cx="0" cy="1371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11880"/>
            <a:ext cx="3200400" cy="4572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11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Kafka 전송 (이상 이벤트만)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40280" y="4069080"/>
            <a:ext cx="0" cy="1371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20624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206240"/>
            <a:ext cx="54864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SHAP 근본 원인 분석 (클라우드)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783080"/>
            <a:ext cx="39319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Edge Agent (로컬)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2194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LSTM + XGBoost 실행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이상 이벤트만 Kafka 전송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대역폭 절약 효과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3246120"/>
            <a:ext cx="39319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Cloud - GKE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916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fault-diagnosis-service 실행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SHAP TreeExplainer 분석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결과 PostgreSQL 저장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이상 미감지 시 클라우드로 전송하지 않아 네트워크 비용 절감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B82F6"/>
                </a:solidFill>
              </a:rPr>
              <a:t>03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시스템 아키텍처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</a:rPr>
              <a:t>Kafka, Kubernetes, Grafana로 구성된 클라우드 네이티브 파이프라인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03 — 시스템 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전체 시스템 아키텍처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Edge → Kafka → 마이크로서비스 → 모니터링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155448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745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Edge 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2148840"/>
            <a:ext cx="27432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874520"/>
            <a:ext cx="1463040" cy="5486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8745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Apache Kafka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2148840"/>
            <a:ext cx="27432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2148840"/>
            <a:ext cx="173736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148840"/>
            <a:ext cx="0" cy="68580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148840"/>
            <a:ext cx="0" cy="68580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34640"/>
            <a:ext cx="20116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Telemetry Consumer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3108960"/>
            <a:ext cx="9144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2834640"/>
            <a:ext cx="118872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InfluxDB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2148840"/>
            <a:ext cx="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2834640"/>
            <a:ext cx="19202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Anomaly Consumer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3108960"/>
            <a:ext cx="13716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2834640"/>
            <a:ext cx="21031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fault-diagnosis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0" y="2834640"/>
            <a:ext cx="50292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283464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SHAP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16459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3749040"/>
            <a:ext cx="19202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3749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Monitoring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4023360"/>
            <a:ext cx="13716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3749040"/>
            <a:ext cx="16459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Grafana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3383280"/>
            <a:ext cx="0" cy="3657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383280"/>
            <a:ext cx="0" cy="3657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1783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GKE (Cloud)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모든 서비스는 GKE(Google Kubernetes Engine) 위에서 실행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03 — 시스템 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SHAP 추론 이후 데이터 흐름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진단 결과가 DB에 저장되어 Grafana로 시각화되는 과정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4068" y="22860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4068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-164592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fault-diagnosis-service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-164592" y="3200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SHAP 분석 완료 후 fault-diagnosis-results 토픽으로 발행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55548" y="2491740"/>
            <a:ext cx="150876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4308" y="22860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4308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55648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Anomaly Consumer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55648" y="3200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토픽 구독 → FK 검증 후 PostgreSQL INSERT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75788" y="2491740"/>
            <a:ext cx="150876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4548" y="2286000"/>
            <a:ext cx="411480" cy="41148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4548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75888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75888" y="3200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fault_diagnosis_results 테이블에 root_causes JSONB 저장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96028" y="2491740"/>
            <a:ext cx="16002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6228" y="228600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6228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87568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Grafana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87568" y="3200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SQL 쿼리로 최신 진단 결과 및 Root Cause 조회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03 — 시스템 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Grafana 대시보드 구성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역할별로 분리된 4개 대시보드, 2개 데이터소스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40233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83080"/>
            <a:ext cx="54864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562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30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LSTM 이상 점수, SHAP Root Cause 분석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0233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14600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87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Operations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620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머신별 실시간 이상 현황, 알림 이력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0233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46120"/>
            <a:ext cx="54864" cy="6400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19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Executive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935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사이트별 KPI, 고장 빈도 요약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40233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77640"/>
            <a:ext cx="54864" cy="6400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50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Infra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3251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Kafka Lag, KEDA Pod 수, 서비스 상태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828800"/>
            <a:ext cx="420624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828800"/>
            <a:ext cx="420624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InfluxDB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23591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LSTM 이상 점수, 센서 시계열 데이터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26609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실시간 스트리밍 데이터 조회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3246120"/>
            <a:ext cx="420624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3246120"/>
            <a:ext cx="4206240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383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09160" y="3776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SHAP 진단 결과, 이상 이벤트 이력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40782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분석용 구조화 데이터 저장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대시보드는 Kubernetes ConfigMap으로 프로비저닝되어 버전 관리 가능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03 — 시스템 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대용량 트래픽 처리 전략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Kafka 이벤트 버퍼링 + KEDA 자동 스케일링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Apache Kafka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이벤트 스트리밍 브로커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최대 150 TPS (CNC 150대 CCF 시나리오)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3개 주요 토픽으로 서비스 간 디커플링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Consumer Lag으로 처리 병목 실시간 모니터링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KEDA 오토스케일링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2402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Kafka Consumer Lag 기반 Pod 자동 증설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lagThreshold: 50 메시지 / Pod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anomaly-consumer: min 2 → max 8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폴링 주기: 15초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3657600"/>
            <a:ext cx="393192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657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replicas = ceil( lag / lagThreshold 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150 TPS / lagThreshold 50 = 최소 3 Pod 필요 → KEDA가 자동으로 스케일업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B82F6"/>
                </a:solidFill>
              </a:rPr>
              <a:t>04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데모 시나리오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</a:rPr>
              <a:t>실제 환경에서 오토스케일링 동작을 시연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04 — 데모 시나리오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데모 환경 기본 동작 확인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전체 파이프라인 정상 동작 사전 확인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4023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8308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Edge Agent 가동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PLC 데이터 시뮬레이션 → Kafka 전송 확인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783080"/>
            <a:ext cx="4023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783080"/>
            <a:ext cx="54864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이상 이벤트 탐지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LSTM threshold 초과 시 anomaly-events 토픽 발행 확인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023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46120"/>
            <a:ext cx="54864" cy="13716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SHAP 진단 실행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fault-diagnosis-service SHAP 분석 및 결과 저장 확인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246120"/>
            <a:ext cx="40233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246120"/>
            <a:ext cx="54864" cy="13716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Grafana 데이터 확인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Engineering 대시보드 Root Cause 패널 데이터 수신 확인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04 — 데모 시나리오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Step 1-2 : 오토스케일링 비활성화 → 150 TPS 부하 주입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Pod 2개 고정 상태에서 Consumer Lag 적재 시연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① 오토스케일링 비활성화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93192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933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patch scaledobject anomaly-consumer-scaledobject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predictive-maintenance --type=merge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'{"spec":{"min":2,"max":2}}'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② 부하 주입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443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-it &lt;anomaly-consumer-pod&gt; 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python3 /tmp/load_test.py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3931920" cy="28346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920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예상 결과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</a:rPr>
              <a:t>Lag 지속 증가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6517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Pod 2개로 150 TPS 처리 불가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Kafka Consumer Lag 지속 누적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Grafana Infra 대시보드에서 실시간 확인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이론 최대 처리량: 2 Pod x (1000ms / 35ms) = 약 57 TPS &lt; 150 TPS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</a:rPr>
              <a:t>04 — 데모 시나리오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Step 3 : 오토스케일링 활성화 → Lag 해소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maxReplicaCount 복구 후 KEDA Pod 자동 증설 및 Lag 수렴 확인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5603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</a:rPr>
              <a:t>2 -&gt; 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Pod 수 변화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5603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11111"/>
                </a:solidFill>
              </a:rPr>
              <a:t>~15초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9184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스케일업 시작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5603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</a:rPr>
              <a:t>Lag -&gt; 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12648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처리 완료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84124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patch scaledobject anomaly-consumer-scaledobject -n predictive-maintenance --type=merge -p '{"spec":{"minReplicaCount":2,"maxReplicaCount":8}}'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KEDA pollingInterval: 15초 → 명령 실행 후 15~30초 내 Pod 증설 시작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 &amp; 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1A1AA"/>
                </a:solidFill>
              </a:rPr>
              <a:t>감사합니다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2026-05-17T08:56:30Z</dcterms:created>
  <dcterms:modified xsi:type="dcterms:W3CDTF">2026-05-17T08:56:30Z</dcterms:modified>
</cp:coreProperties>
</file>